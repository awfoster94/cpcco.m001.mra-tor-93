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8ABC-9FFF-73CB-4EB3-708C9E7A3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6E9EA-A45E-7EE4-E51C-CD013B8E5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3F305-EE23-C7EF-8980-609A234B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D64DE-B964-676B-A789-E992F835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9ED79-BCF7-0887-7303-3B63424E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3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050A-1D29-6714-FD19-8463C10F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2F93C-A566-B9D2-E6BA-AEF8AC153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24BC2-4957-5A3E-7DC6-6059DD17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910C8-B900-863E-CF97-10835E7B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AEBD9-36B6-0B7D-D8F7-CE2A4108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8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717A-6405-61FD-FFCC-F5365497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C5F91-D638-6398-560E-C37856B0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ABB36-AA31-7BB5-353B-951D87D5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EB3F-7156-81ED-6ADD-EBC6930D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A1081-0FD9-A9A3-CDF3-326183D2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7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9CB1E-A8D9-B4DB-484E-5B18E514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6051-BBF7-11D8-7DFB-3116A7EEB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E0731-3FE3-30A7-097C-4CB5A072E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112C1-EFF3-5AED-BF1D-EAE73377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E5354-9CDF-0DED-64FC-D3258E93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D3A45-8128-758D-C63C-85247BDD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8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E525-FF68-B0AB-73B4-E4F191E4F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E9D80-5DB4-3EEE-5112-D1202394F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700A0-9725-1F13-C01F-ED10C1CCD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FFFF0-D040-D562-4C80-450353435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96403-B015-01A2-8868-97A3FCD4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7D697-7292-178F-CFB0-E34F6A30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C8E28-D45E-6370-24C9-A66DEC49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35214-BE12-80AA-E360-6337C099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3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5D95-A484-665B-FA4B-AC79F681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FD35AA-AD99-BB0E-FED8-D218BADB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5E1FB-67D5-B712-C19C-962A8764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DDB38-0B0F-3F14-2240-EB80701A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3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64C25-D1E0-74B1-AFDC-CB00D3BA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3C995-4CD0-7691-F1BB-0A0EE9A6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875DF-D64D-A7E9-A34F-A398F0B2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0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9344-0989-AC67-D803-52DB523D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AAB6-2EFE-E51C-2E43-C288CEF8F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4E142-93D4-1D06-750F-0C99BFF3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192DC-846B-799B-C0A6-B6799A16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35750-3536-E9FD-75B5-6B0089BF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DC33F-E277-5408-183A-D824C679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2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B178-662E-FE46-FA71-9F154CA11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0338A3-499A-7571-D499-B763C39795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A9D77-A72E-89A4-B5B1-0ACC4E5F8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AB741-E2D1-FF2A-1DA7-CA04F09EA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70573-300F-2A6D-DB54-6B856DDA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9FE5-FFD9-0A1A-D563-CFC4FAFF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7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8367-76E7-708E-8BDC-35DD6D1C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B8F74-6E1A-A536-B051-AD3D1B0B1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79D12-EEF4-A81C-CC3D-C992064F5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5C79E-9FAD-6E21-5DD0-BDBAD305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CF2E-BF74-540E-C8A2-852CC0F6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4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9BF85-B65E-7149-7419-1D6644357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B36C-DB2F-A685-5CDF-44C8D35CF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04113-A84F-78ED-449B-45604FF4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16D6-0685-6093-5923-6CA9BA98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A4845-775E-DF3F-8740-92D50DFA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6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31CB9-AFC9-7152-E702-C07F63E0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B5F2F-E452-5C5C-B19B-6FAA4E9D5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DD338-6879-7EF9-4D3F-9FB896CE7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6F6C-0595-4236-BD19-49602B9324F3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C2898-3811-D363-6FBA-3A4B0ECF8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A6433-EA13-9FED-288F-E334AD683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5C7BA-4793-45B4-B832-426CCEB7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3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hs.hanford.gov/eda/#/eda/Report/SearchCriteriaSelect?reportId=50&amp;typeId=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8F311-28E8-EF88-4C00-8561F9F63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114"/>
            <a:ext cx="10515600" cy="1702965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Well locations are retrieved from the Environmental Dashboard Application (EDA):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https://ehs.hanford.gov/eda/#/eda/Report/SearchCriteriaSelect?reportId=50&amp;typeId=1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6951FDC-F133-8154-1FD2-E4842374B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5" y="2217058"/>
            <a:ext cx="11851809" cy="4496153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6F96E6C5-2DE2-0B4F-AE29-2A1AA77B88FB}"/>
              </a:ext>
            </a:extLst>
          </p:cNvPr>
          <p:cNvSpPr/>
          <p:nvPr/>
        </p:nvSpPr>
        <p:spPr>
          <a:xfrm>
            <a:off x="9647339" y="2759978"/>
            <a:ext cx="201336" cy="50334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C793A1-B2BB-C2E7-5A64-8C8270FF01E7}"/>
              </a:ext>
            </a:extLst>
          </p:cNvPr>
          <p:cNvSpPr/>
          <p:nvPr/>
        </p:nvSpPr>
        <p:spPr>
          <a:xfrm>
            <a:off x="6854260" y="2429344"/>
            <a:ext cx="516764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317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effectLst/>
              </a:rPr>
              <a:t>1) Click here to select all wells available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D9F46B-9D40-37DB-B7CB-0FDDF92E6C53}"/>
              </a:ext>
            </a:extLst>
          </p:cNvPr>
          <p:cNvSpPr/>
          <p:nvPr/>
        </p:nvSpPr>
        <p:spPr>
          <a:xfrm>
            <a:off x="7619057" y="1503068"/>
            <a:ext cx="516764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317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</a:rPr>
              <a:t>2</a:t>
            </a:r>
            <a:r>
              <a:rPr lang="en-US" sz="2000" b="1" cap="none" spc="0" dirty="0">
                <a:ln w="317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effectLst/>
              </a:rPr>
              <a:t>) Click here to run report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FB0F75-7AFE-0F83-1258-5CFAB67C0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55431">
            <a:off x="11539017" y="1820070"/>
            <a:ext cx="237765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8F311-28E8-EF88-4C00-8561F9F63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114"/>
            <a:ext cx="10515600" cy="738231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you click run report a new page will load showing the horizontal data for all available wells. These records can be exported as a .xlsx file which contain Easting (x) and Northing (y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coordinates.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D5B1C0B-36CA-ED0F-58DC-71093256F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60" y="1082806"/>
            <a:ext cx="11513598" cy="56158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D9F46B-9D40-37DB-B7CB-0FDDF92E6C53}"/>
              </a:ext>
            </a:extLst>
          </p:cNvPr>
          <p:cNvSpPr/>
          <p:nvPr/>
        </p:nvSpPr>
        <p:spPr>
          <a:xfrm>
            <a:off x="7024356" y="1303012"/>
            <a:ext cx="516764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3175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effectLst/>
              </a:rPr>
              <a:t>Click here to export report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FB0F75-7AFE-0F83-1258-5CFAB67C0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16820" y="1243965"/>
            <a:ext cx="237765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1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 Lopez</dc:creator>
  <cp:lastModifiedBy>Jose Lopez</cp:lastModifiedBy>
  <cp:revision>3</cp:revision>
  <dcterms:created xsi:type="dcterms:W3CDTF">2023-10-12T20:36:06Z</dcterms:created>
  <dcterms:modified xsi:type="dcterms:W3CDTF">2024-04-24T18:18:18Z</dcterms:modified>
</cp:coreProperties>
</file>